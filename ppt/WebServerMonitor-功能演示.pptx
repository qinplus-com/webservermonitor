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32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32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61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56032"/>
            <a:ext cx="2286000" cy="2286000"/>
          </a:xfrm>
          <a:prstGeom prst="ellipse">
            <a:avLst/>
          </a:prstGeom>
          <a:solidFill>
            <a:srgbClr val="1A2C4E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" y="3310128"/>
            <a:ext cx="1508760" cy="1508760"/>
          </a:xfrm>
          <a:prstGeom prst="ellipse">
            <a:avLst/>
          </a:prstGeom>
          <a:solidFill>
            <a:srgbClr val="1723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81328"/>
            <a:ext cx="109728" cy="969264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44475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勤加软件WEB服务器运维管理平台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078992" y="21214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5C9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 区 版 · 功 能 演 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7249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零客户端 · 浏览器即开即用 · 全功能 Linux 服务器运维网关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78992" y="331012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310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终端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331012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310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SFTP 文件管理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93008" y="331012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3310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远程桌面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331012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3310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网址监控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07024" y="331012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3310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14032" y="331012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331012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权限审计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78992" y="4224528"/>
            <a:ext cx="6986016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3708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   ·   qinplus.com   ·   2026-10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874520" y="12618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26187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定位、架构理念与关键数字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13167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13232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874520" y="20482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0482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八大功能模块一览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1323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874520" y="2834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安装演示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0" y="28346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版安装向导：双击安装包到服务启动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28895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874520" y="36210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36210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概览 / 服务器 / 终端 / 文件 / AI / 告警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" y="3675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13232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352544"/>
            <a:ext cx="8229600" cy="676656"/>
          </a:xfrm>
          <a:prstGeom prst="roundRect">
            <a:avLst>
              <a:gd name="adj" fmla="val 8108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874520" y="44074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演示信息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0" y="44074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演示账号、访问方式与联系方式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3232" y="4462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1323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面向企业运维场景的统一网关平台：无需安装任何客户端，浏览器打开即用，将散落的服务器、账号、脚本与审计要求收敛到一个入口，Linux 与 Windows 混合环境统一纳管。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2185416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C9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零客户端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1854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浏览器即开即用，免安装、免插件，跨平台访问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0080" y="30266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C9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0266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服务器、终端、文件、监控、审计一站直达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386791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C9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867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最小权限授权 + 全操作留痕，等保 2.0 友好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103120"/>
            <a:ext cx="1783080" cy="1152144"/>
          </a:xfrm>
          <a:prstGeom prst="roundRect">
            <a:avLst>
              <a:gd name="adj" fmla="val 4762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056632" y="2194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74920" y="27797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大核心功能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103120"/>
            <a:ext cx="1783080" cy="1152144"/>
          </a:xfrm>
          <a:prstGeom prst="roundRect">
            <a:avLst>
              <a:gd name="adj" fmla="val 4762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022592" y="2194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67C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40880" y="27797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类审计日志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401568"/>
            <a:ext cx="1783080" cy="1152144"/>
          </a:xfrm>
          <a:prstGeom prst="roundRect">
            <a:avLst>
              <a:gd name="adj" fmla="val 4762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56632" y="34930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74920" y="40782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类服务器支持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401568"/>
            <a:ext cx="1783080" cy="1152144"/>
          </a:xfrm>
          <a:prstGeom prst="roundRect">
            <a:avLst>
              <a:gd name="adj" fmla="val 4762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022592" y="34930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40880" y="40782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客户端安装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数据来源：社区版 v1.0.0 实测截图与演示录屏（2026-10）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86537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终端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" y="219456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浏览器直连 SSH，多标签会话保持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" y="1444752"/>
            <a:ext cx="310896" cy="31089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Shape 7"/>
          <p:cNvSpPr/>
          <p:nvPr/>
        </p:nvSpPr>
        <p:spPr>
          <a:xfrm>
            <a:off x="2571750" y="129844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8054" y="186537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SFTP 文件管理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18054" y="219456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在线浏览 / 上传 / 下载 / 编辑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18054" y="1444752"/>
            <a:ext cx="310896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6300" y="129844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2604" y="186537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远程桌面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32604" y="219456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.rdp 一键生成，H5 网关直连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32604" y="1444752"/>
            <a:ext cx="310896" cy="31089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Shape 15"/>
          <p:cNvSpPr/>
          <p:nvPr/>
        </p:nvSpPr>
        <p:spPr>
          <a:xfrm>
            <a:off x="6800850" y="129844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7154" y="186537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网址监控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47154" y="219456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状态码 / 延时 / 证书周期巡检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7154" y="1444752"/>
            <a:ext cx="310896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08152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364845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集中管理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" y="397764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分组管理，用户-服务器级授权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" y="3227832"/>
            <a:ext cx="310896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571750" y="308152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8054" y="364845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18054" y="397764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结合终端上下文分析与排障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18054" y="3227832"/>
            <a:ext cx="310896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4686300" y="308152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2604" y="364845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权限与审计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32604" y="397764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命令 / 文件全程留痕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32604" y="3227832"/>
            <a:ext cx="310896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00850" y="3081528"/>
            <a:ext cx="1885950" cy="1600200"/>
          </a:xfrm>
          <a:prstGeom prst="roundRect">
            <a:avLst>
              <a:gd name="adj" fmla="val 3429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7154" y="3648456"/>
            <a:ext cx="15933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47154" y="3977640"/>
            <a:ext cx="16116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最小权限模型，按需分配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7154" y="3227832"/>
            <a:ext cx="310896" cy="310896"/>
          </a:xfrm>
          <a:prstGeom prst="rect">
            <a:avLst/>
          </a:prstGeom>
          <a:solidFill>
            <a:srgbClr val="64748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安装演示 · 安装向导（1/2）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01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双击安装包进入向导：欢迎界面、许可协议、安装位置、端口与管理员四步完成初始化。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C:/Users/sybas/AppData/Local/Temp/wsm_wizard/win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545336"/>
            <a:ext cx="1819656" cy="1402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· 欢迎界面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51176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C:/Users/sybas/AppData/Local/Temp/wsm_wizard/win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545336"/>
            <a:ext cx="1819656" cy="14023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60904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· 许可协议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45152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C:/Users/sybas/AppData/Local/Temp/wsm_wizard/win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545336"/>
            <a:ext cx="1819656" cy="1402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· 安装位置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739128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C:/Users/sybas/AppData/Local/Temp/wsm_wizard/win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1545336"/>
            <a:ext cx="1819656" cy="1402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48856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 · 端口与管理员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安装完成即自动启动服务并随系统开机自启，局域网内任意浏览器打开服务地址即可使用，无需额外安装客户端。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安装演示 · 安装向导（2/2）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 02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勾选附加任务后开始安装，向导自动部署文件并注册 Windows 服务；完成后在浏览器打开平台，并可用管理工具启停服务。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C:/Users/sybas/AppData/Local/Temp/wsm_wizard/win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45336"/>
            <a:ext cx="1819656" cy="1402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 · 附加任务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51176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C:/Users/sybas/AppData/Local/Temp/wsm_wizard/win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545336"/>
            <a:ext cx="1819656" cy="14023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60904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 · 正在安装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45152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C:/Users/sybas/AppData/Local/Temp/wsm_wizard/win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545336"/>
            <a:ext cx="1819656" cy="14023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7 · 完成并打开平台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739128" y="1481328"/>
            <a:ext cx="1947672" cy="1859524"/>
          </a:xfrm>
          <a:prstGeom prst="roundRect">
            <a:avLst>
              <a:gd name="adj" fmla="val 2950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C:/Users/sybas/AppData/Local/Temp/wsm_wizard/win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1545336"/>
            <a:ext cx="1819656" cy="14023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48856" y="3011668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8 · 服务管理工具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57200" y="42611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安装完成即自动启动服务并随系统开机自启，默认端口 8080；局域网内任意浏览器打开服务地址即可使用。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 · 登录与运维概览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3394485"/>
          </a:xfrm>
          <a:prstGeom prst="roundRect">
            <a:avLst>
              <a:gd name="adj" fmla="val 161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C:/Users/sybas/AppData/Local/Temp/wsm_assets/login_2595x18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32085"/>
            <a:ext cx="3785616" cy="26871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144293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 · 浏览器访问 localhost:8080，输入管理员账号即可进入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207008"/>
            <a:ext cx="3931920" cy="3394485"/>
          </a:xfrm>
          <a:prstGeom prst="roundRect">
            <a:avLst>
              <a:gd name="adj" fmla="val 161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C:/Users/sybas/AppData/Local/Temp/wsm_assets/dashboard_2595x18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32085"/>
            <a:ext cx="3785616" cy="26871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82896" y="4144293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运维概览 · 统计卡片 / 快捷操作 / 网址健康检测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 · 服务器与 Web 终端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3394485"/>
          </a:xfrm>
          <a:prstGeom prst="roundRect">
            <a:avLst>
              <a:gd name="adj" fmla="val 161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C:/Users/sybas/AppData/Local/Temp/wsm_assets/servers_2595x18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32085"/>
            <a:ext cx="3785616" cy="26871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144293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服务器管理 · 分组 / 搜索 / 状态与连通性检测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207008"/>
            <a:ext cx="3931920" cy="3394485"/>
          </a:xfrm>
          <a:prstGeom prst="roundRect">
            <a:avLst>
              <a:gd name="adj" fmla="val 161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C:/Users/sybas/AppData/Local/Temp/wsm_assets/h5rdp_2595x18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32085"/>
            <a:ext cx="3785616" cy="26871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82896" y="4144293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终端 · 浏览器直连 SSH，多标签会话保持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 · 文件管理与 AI 助手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3394485"/>
          </a:xfrm>
          <a:prstGeom prst="roundRect">
            <a:avLst>
              <a:gd name="adj" fmla="val 161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C:/Users/sybas/AppData/Local/Temp/wsm_assets/terminal_2595x18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32085"/>
            <a:ext cx="3785616" cy="26871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144293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SFTP 文件管理 · 目录导航 / 上传下载 / 权限查看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207008"/>
            <a:ext cx="3931920" cy="3394485"/>
          </a:xfrm>
          <a:prstGeom prst="roundRect">
            <a:avLst>
              <a:gd name="adj" fmla="val 161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C:/Users/sybas/AppData/Local/Temp/wsm_assets/sftp_2595x18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32085"/>
            <a:ext cx="3785616" cy="26871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82896" y="4144293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助手 · 结合终端上下文分析与排障建议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页面演示 · 告警通知与系统设置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04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3392424"/>
          </a:xfrm>
          <a:prstGeom prst="roundRect">
            <a:avLst>
              <a:gd name="adj" fmla="val 224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C:/Users/sybas/AppData/Local/Temp/wsm_assets/users_2595x18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35024"/>
            <a:ext cx="3785615" cy="2688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142232"/>
            <a:ext cx="36758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 · 按角色分配服务器与操作权限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207008"/>
            <a:ext cx="3931920" cy="3392424"/>
          </a:xfrm>
          <a:prstGeom prst="roundRect">
            <a:avLst>
              <a:gd name="adj" fmla="val 2246"/>
            </a:avLst>
          </a:prstGeom>
          <a:solidFill>
            <a:srgbClr val="1B2230"/>
          </a:solidFill>
          <a:ln w="12700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C:/Users/sybas/AppData/Local/Temp/wsm_assets/sessions_2595x184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35024"/>
            <a:ext cx="3785615" cy="2688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82896" y="4142232"/>
            <a:ext cx="36758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告警设置 · 企业微信 / 钉钉 / 邮件 / 短信多通道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2F8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演示信息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0" y="51206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TRY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07008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130759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</a:t>
            </a:r>
            <a:r>
              <a:rPr lang="zh-CN" alt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11680" y="1307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自定义管理员账号（安装向导中设置，默认端口 8080）</a:t>
            </a:r>
            <a:r>
              <a:rPr lang="zh-CN" alt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，权限分组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20370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7C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本地访问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11680" y="220370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http://localhost:8080 · 局域网内任意浏览器可访问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999232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161C28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0998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11680" y="309981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8EC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社区版安装包（Apache-2.0）+ 平台管理工具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913632"/>
            <a:ext cx="8229600" cy="786384"/>
          </a:xfrm>
          <a:prstGeom prst="roundRect">
            <a:avLst>
              <a:gd name="adj" fmla="val 6977"/>
            </a:avLst>
          </a:prstGeom>
          <a:solidFill>
            <a:srgbClr val="1B2230"/>
          </a:solidFill>
          <a:ln w="9525">
            <a:solidFill>
              <a:srgbClr val="2A32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0507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43159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官方网站 qinplus.com   ·   联系电话 180-4711-5759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1737360" cy="1737360"/>
          </a:xfrm>
          <a:prstGeom prst="ellipse">
            <a:avLst/>
          </a:prstGeom>
          <a:solidFill>
            <a:srgbClr val="17233A"/>
          </a:solidFill>
          <a:ln/>
        </p:spPr>
      </p:sp>
      <p:sp>
        <p:nvSpPr>
          <p:cNvPr id="3" name="Shape 1"/>
          <p:cNvSpPr/>
          <p:nvPr/>
        </p:nvSpPr>
        <p:spPr>
          <a:xfrm>
            <a:off x="7040880" y="3063240"/>
            <a:ext cx="1737360" cy="1737360"/>
          </a:xfrm>
          <a:prstGeom prst="ellipse">
            <a:avLst/>
          </a:prstGeom>
          <a:solidFill>
            <a:srgbClr val="1A2C4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C9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零客户端 · 浏览器即开即用 · 全功能服务器运维网关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3346704"/>
            <a:ext cx="2926080" cy="0"/>
          </a:xfrm>
          <a:prstGeom prst="line">
            <a:avLst/>
          </a:prstGeom>
          <a:noFill/>
          <a:ln w="12700">
            <a:solidFill>
              <a:srgbClr val="2A32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295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3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内蒙古勤加软件有限公司   ·   qinplus.com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399</Words>
  <Application>Microsoft Office PowerPoint</Application>
  <PresentationFormat>全屏显示(16:9)</PresentationFormat>
  <Paragraphs>119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xg w</cp:lastModifiedBy>
  <cp:revision>3</cp:revision>
  <dcterms:created xsi:type="dcterms:W3CDTF">2026-10-26T02:23:19Z</dcterms:created>
  <dcterms:modified xsi:type="dcterms:W3CDTF">2026-10-26T07:48:25Z</dcterms:modified>
</cp:coreProperties>
</file>